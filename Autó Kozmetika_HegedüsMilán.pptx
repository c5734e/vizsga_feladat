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4" r:id="rId9"/>
    <p:sldId id="265" r:id="rId10"/>
    <p:sldId id="262" r:id="rId11"/>
    <p:sldId id="266" r:id="rId12"/>
    <p:sldId id="263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F37B-4A02-48EB-8788-7C0EBA8EB5B6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88B6D-F6AD-4032-89EB-8155776E8A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0313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F37B-4A02-48EB-8788-7C0EBA8EB5B6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88B6D-F6AD-4032-89EB-8155776E8A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292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F37B-4A02-48EB-8788-7C0EBA8EB5B6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88B6D-F6AD-4032-89EB-8155776E8A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1093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F37B-4A02-48EB-8788-7C0EBA8EB5B6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88B6D-F6AD-4032-89EB-8155776E8A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7704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F37B-4A02-48EB-8788-7C0EBA8EB5B6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88B6D-F6AD-4032-89EB-8155776E8A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9576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F37B-4A02-48EB-8788-7C0EBA8EB5B6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88B6D-F6AD-4032-89EB-8155776E8A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4732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F37B-4A02-48EB-8788-7C0EBA8EB5B6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88B6D-F6AD-4032-89EB-8155776E8A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563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F37B-4A02-48EB-8788-7C0EBA8EB5B6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88B6D-F6AD-4032-89EB-8155776E8A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4260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DBCF37B-4A02-48EB-8788-7C0EBA8EB5B6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4E388B6D-F6AD-4032-89EB-8155776E8A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9476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F37B-4A02-48EB-8788-7C0EBA8EB5B6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88B6D-F6AD-4032-89EB-8155776E8A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1783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F37B-4A02-48EB-8788-7C0EBA8EB5B6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88B6D-F6AD-4032-89EB-8155776E8A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10760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F37B-4A02-48EB-8788-7C0EBA8EB5B6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88B6D-F6AD-4032-89EB-8155776E8A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9744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F37B-4A02-48EB-8788-7C0EBA8EB5B6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88B6D-F6AD-4032-89EB-8155776E8A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709329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F37B-4A02-48EB-8788-7C0EBA8EB5B6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88B6D-F6AD-4032-89EB-8155776E8A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37077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F37B-4A02-48EB-8788-7C0EBA8EB5B6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88B6D-F6AD-4032-89EB-8155776E8A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3875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F37B-4A02-48EB-8788-7C0EBA8EB5B6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88B6D-F6AD-4032-89EB-8155776E8A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78610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F37B-4A02-48EB-8788-7C0EBA8EB5B6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88B6D-F6AD-4032-89EB-8155776E8A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3045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DBCF37B-4A02-48EB-8788-7C0EBA8EB5B6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E388B6D-F6AD-4032-89EB-8155776E8A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38480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39A1F5-412F-41EC-8486-9DEF3B962A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i="1" dirty="0" err="1">
                <a:latin typeface="Book Antiqua" panose="02040602050305030304" pitchFamily="18" charset="0"/>
              </a:rPr>
              <a:t>Vexora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Detailing</a:t>
            </a:r>
            <a:br>
              <a:rPr lang="hu-HU" dirty="0"/>
            </a:br>
            <a:r>
              <a:rPr lang="hu-HU" sz="3200" dirty="0"/>
              <a:t>Vizsgaremek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2E06500-E8A9-4D25-AA4C-D5E6C9BE87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b="1" i="1" dirty="0"/>
              <a:t>Készítette:</a:t>
            </a:r>
            <a:br>
              <a:rPr lang="hu-HU" dirty="0"/>
            </a:br>
            <a:r>
              <a:rPr lang="hu-HU" sz="1800" dirty="0"/>
              <a:t>Hegedüs Milán</a:t>
            </a:r>
            <a:br>
              <a:rPr lang="hu-HU" sz="1800" dirty="0"/>
            </a:br>
            <a:r>
              <a:rPr lang="hu-HU" sz="1800" dirty="0"/>
              <a:t>Deák Bence </a:t>
            </a:r>
            <a:br>
              <a:rPr lang="hu-HU" sz="1800" dirty="0"/>
            </a:br>
            <a:r>
              <a:rPr lang="hu-HU" sz="1800" dirty="0"/>
              <a:t>Joó Zoltán</a:t>
            </a:r>
          </a:p>
        </p:txBody>
      </p:sp>
    </p:spTree>
    <p:extLst>
      <p:ext uri="{BB962C8B-B14F-4D97-AF65-F5344CB8AC3E}">
        <p14:creationId xmlns:p14="http://schemas.microsoft.com/office/powerpoint/2010/main" val="2567226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6457BE-0A06-4DF1-9A64-48AFC64F4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6000" b="1" i="1" dirty="0">
                <a:latin typeface="Book Antiqua" panose="02040602050305030304" pitchFamily="18" charset="0"/>
              </a:rPr>
              <a:t>Bevezetés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687952D-9295-4F94-BCCC-ECDD07239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hu-HU" sz="2400" b="1" i="1" dirty="0"/>
              <a:t>Projekt Célközönsége:</a:t>
            </a:r>
            <a:br>
              <a:rPr lang="hu-HU" sz="1800" dirty="0"/>
            </a:br>
            <a:r>
              <a:rPr lang="hu-HU" sz="1800" dirty="0"/>
              <a:t>Ez a projekt azok számára készült akik rendelkeznek autóval, és szeretik azt tisztántartani és karbantartani.</a:t>
            </a:r>
            <a:br>
              <a:rPr lang="hu-HU" sz="1800" dirty="0"/>
            </a:br>
            <a:br>
              <a:rPr lang="hu-HU" sz="1800" dirty="0"/>
            </a:br>
            <a:r>
              <a:rPr lang="hu-HU" sz="2400" b="1" i="1" dirty="0"/>
              <a:t>Mire is kínálunk megoldást?</a:t>
            </a:r>
            <a:br>
              <a:rPr lang="hu-HU" sz="2400" b="1" i="1" dirty="0"/>
            </a:br>
            <a:r>
              <a:rPr lang="hu-HU" sz="1800" dirty="0"/>
              <a:t>A projekt arra kínál megoldást, hogyha esetleg nincs elég szabadideje, vagy megfelelő eszköztára ahhoz hogy kitakarítsa a gépjárművet akkor a projektünk önnek szól.</a:t>
            </a:r>
            <a:br>
              <a:rPr lang="hu-HU" sz="1800" dirty="0"/>
            </a:br>
            <a:br>
              <a:rPr lang="hu-HU" sz="1800" dirty="0"/>
            </a:br>
            <a:r>
              <a:rPr lang="hu-HU" sz="2400" b="1" i="1" dirty="0"/>
              <a:t>Mitől vagyunk mások?</a:t>
            </a:r>
            <a:br>
              <a:rPr lang="hu-HU" sz="2400" b="1" i="1" dirty="0"/>
            </a:br>
            <a:r>
              <a:rPr lang="hu-HU" sz="1800" dirty="0"/>
              <a:t>A projektünk attól különbözik már a létező oldalaktól hogy mi rugalmasságot is kínálunk, illetőleg házhoz megyünk, ami nagyban megkönnyíti az ön munkáját, és nem veszít időt mert közben tud foglalkozni mással.</a:t>
            </a:r>
            <a:br>
              <a:rPr lang="hu-HU" sz="1800" dirty="0"/>
            </a:br>
            <a:br>
              <a:rPr lang="hu-HU" sz="1800" dirty="0"/>
            </a:br>
            <a:r>
              <a:rPr lang="hu-HU" sz="2400" b="1" i="1" dirty="0"/>
              <a:t>Miért vagyunk jobbak mint egy autómosó?</a:t>
            </a:r>
          </a:p>
          <a:p>
            <a:pPr marL="0" indent="0" algn="ctr">
              <a:buNone/>
            </a:pPr>
            <a:r>
              <a:rPr lang="hu-HU" sz="1800" dirty="0"/>
              <a:t>Önök is tapasztalhatták hogy amikor akár kézi, gépi autómosóba viszik gépjárműveiket akkor a mosás után rengeteg karc, esetleges ottmaradt koszok, szennyeződések.</a:t>
            </a:r>
            <a:br>
              <a:rPr lang="hu-HU" sz="2400" b="1" i="1" u="sng" dirty="0"/>
            </a:br>
            <a:endParaRPr lang="hu-HU" sz="1800" b="1" u="sng" dirty="0"/>
          </a:p>
        </p:txBody>
      </p:sp>
    </p:spTree>
    <p:extLst>
      <p:ext uri="{BB962C8B-B14F-4D97-AF65-F5344CB8AC3E}">
        <p14:creationId xmlns:p14="http://schemas.microsoft.com/office/powerpoint/2010/main" val="201360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D79E36E-5FA8-436C-9F36-89C3ECA56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u-HU" sz="6000" b="1" i="1" dirty="0">
                <a:latin typeface="Book Antiqua" panose="02040602050305030304" pitchFamily="18" charset="0"/>
              </a:rPr>
              <a:t>Mit is kínálunk valójában?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2997CD0-7F0E-49D4-9128-5C353338C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hu-HU" sz="2000" dirty="0"/>
              <a:t>Projektünk teljeskörű belső és külső takarítást kínál az ön gépjárművén amit házhoz menve végzünk el, igy ezáltal ügyfelünk tud közben más fontos dolgokkal is foglalkozni.</a:t>
            </a:r>
            <a:br>
              <a:rPr lang="hu-HU" sz="2000" dirty="0"/>
            </a:br>
            <a:br>
              <a:rPr lang="hu-HU" dirty="0"/>
            </a:br>
            <a:r>
              <a:rPr lang="hu-HU" dirty="0"/>
              <a:t>Eszközparkunk: </a:t>
            </a:r>
            <a:br>
              <a:rPr lang="hu-HU" dirty="0"/>
            </a:br>
            <a:r>
              <a:rPr lang="hu-HU" sz="2000" dirty="0"/>
              <a:t>Eszközparkunk fejlett, a mai lehetőségekhez képest a legmodernebb, legfejlettebb eszközökkel dolgozunk. Karc illetve szennyeződés mentesen hajtjuk végre az ügyfelünk által kapott megbízást.</a:t>
            </a:r>
          </a:p>
        </p:txBody>
      </p:sp>
    </p:spTree>
    <p:extLst>
      <p:ext uri="{BB962C8B-B14F-4D97-AF65-F5344CB8AC3E}">
        <p14:creationId xmlns:p14="http://schemas.microsoft.com/office/powerpoint/2010/main" val="2848762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6A62C2-58B9-4B98-8565-78F4EC81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u-HU" sz="6000" b="1" i="1" dirty="0">
                <a:latin typeface="Book Antiqua" panose="02040602050305030304" pitchFamily="18" charset="0"/>
              </a:rPr>
              <a:t>Miért is ezt a témát választottuk?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575BA7B-56E3-4726-92BA-90D8A338B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hu-HU" sz="2000" dirty="0"/>
              <a:t>Mindannyiónknak szívügye az autók,  szeretünk velük foglalkozni, Nem utolsó sorban, azt meg végképp szeretjük hogyha a gépjárművekben tisztaság van kívül és belül is.</a:t>
            </a:r>
          </a:p>
          <a:p>
            <a:pPr marL="0" indent="0" algn="ctr">
              <a:buNone/>
            </a:pPr>
            <a:endParaRPr lang="hu-HU" sz="2000" dirty="0"/>
          </a:p>
          <a:p>
            <a:pPr algn="ctr"/>
            <a:endParaRPr lang="hu-HU" sz="2000" dirty="0"/>
          </a:p>
          <a:p>
            <a:pPr marL="0" indent="0" algn="ctr">
              <a:buNone/>
            </a:pP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1571846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64752C-2D8E-40A4-9442-164AF5369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6000" b="1" i="1" dirty="0">
                <a:latin typeface="Book Antiqua" panose="02040602050305030304" pitchFamily="18" charset="0"/>
              </a:rPr>
              <a:t>Projekt Funkciói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508C093-D670-4A7E-A138-516FC3DE4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ctr"/>
            <a:r>
              <a:rPr lang="hu-HU" sz="2400" dirty="0"/>
              <a:t>Regisztráció</a:t>
            </a:r>
          </a:p>
          <a:p>
            <a:pPr algn="ctr"/>
            <a:r>
              <a:rPr lang="hu-HU" sz="2400" dirty="0"/>
              <a:t>Bejelentkezés</a:t>
            </a:r>
          </a:p>
          <a:p>
            <a:pPr algn="ctr"/>
            <a:r>
              <a:rPr lang="hu-HU" sz="2400" dirty="0"/>
              <a:t>Adminisztrációs felület</a:t>
            </a:r>
          </a:p>
          <a:p>
            <a:pPr algn="ctr"/>
            <a:r>
              <a:rPr lang="hu-HU" sz="2400" dirty="0" err="1"/>
              <a:t>Időpontfoglalásos</a:t>
            </a:r>
            <a:r>
              <a:rPr lang="hu-HU" sz="2400" dirty="0"/>
              <a:t> rendszer</a:t>
            </a:r>
          </a:p>
          <a:p>
            <a:pPr algn="ctr"/>
            <a:r>
              <a:rPr lang="hu-HU" sz="2400" dirty="0"/>
              <a:t>Lehetőség az időpont lemondására</a:t>
            </a:r>
          </a:p>
          <a:p>
            <a:pPr algn="ctr"/>
            <a:r>
              <a:rPr lang="hu-HU" sz="2400" dirty="0"/>
              <a:t>Vállasztani a szolgáltatások közül.</a:t>
            </a:r>
            <a:br>
              <a:rPr lang="hu-HU" sz="2400" dirty="0"/>
            </a:br>
            <a:br>
              <a:rPr lang="hu-HU" sz="2400" dirty="0"/>
            </a:br>
            <a:br>
              <a:rPr lang="hu-HU" sz="2400" dirty="0"/>
            </a:br>
            <a:br>
              <a:rPr lang="hu-HU" sz="2400" dirty="0"/>
            </a:br>
            <a:br>
              <a:rPr lang="hu-HU" sz="2400" dirty="0"/>
            </a:br>
            <a:br>
              <a:rPr lang="hu-HU" sz="2400" dirty="0"/>
            </a:br>
            <a:br>
              <a:rPr lang="hu-HU" sz="2400" dirty="0"/>
            </a:b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1500279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58E013-208A-47AF-96EF-9FC395AD2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6000" b="1" i="1" dirty="0">
                <a:latin typeface="Book Antiqua" panose="02040602050305030304" pitchFamily="18" charset="0"/>
              </a:rPr>
              <a:t>A program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7179086-FD59-40C0-95AE-F8550CB39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hu-HU" sz="2400" b="1" i="1" dirty="0"/>
              <a:t>Backend – ASP.NET </a:t>
            </a:r>
            <a:br>
              <a:rPr lang="hu-HU" sz="2000" dirty="0"/>
            </a:br>
            <a:r>
              <a:rPr lang="hu-HU" sz="2000" dirty="0"/>
              <a:t>- </a:t>
            </a:r>
            <a:r>
              <a:rPr lang="hu-HU" sz="2000" dirty="0" err="1"/>
              <a:t>WebApi</a:t>
            </a:r>
            <a:br>
              <a:rPr lang="hu-HU" sz="2000" dirty="0"/>
            </a:br>
            <a:r>
              <a:rPr lang="hu-HU" sz="2000" dirty="0"/>
              <a:t>- </a:t>
            </a:r>
            <a:r>
              <a:rPr lang="hu-HU" sz="2000" dirty="0" err="1"/>
              <a:t>Authentication</a:t>
            </a:r>
            <a:br>
              <a:rPr lang="hu-HU" sz="2000" dirty="0"/>
            </a:br>
            <a:br>
              <a:rPr lang="hu-HU" sz="2000" dirty="0"/>
            </a:br>
            <a:br>
              <a:rPr lang="hu-HU" sz="2000" dirty="0"/>
            </a:br>
            <a:br>
              <a:rPr lang="hu-HU" sz="2000" dirty="0"/>
            </a:br>
            <a:r>
              <a:rPr lang="hu-HU" sz="2400" b="1" i="1" dirty="0"/>
              <a:t>Frontend</a:t>
            </a:r>
            <a:br>
              <a:rPr lang="hu-HU" sz="2000" dirty="0"/>
            </a:br>
            <a:r>
              <a:rPr lang="hu-HU" sz="2000" dirty="0"/>
              <a:t>- </a:t>
            </a:r>
            <a:r>
              <a:rPr lang="hu-HU" sz="2000" dirty="0" err="1"/>
              <a:t>bootstrap</a:t>
            </a:r>
            <a:br>
              <a:rPr lang="hu-HU" sz="2000" dirty="0"/>
            </a:br>
            <a:r>
              <a:rPr lang="hu-HU" sz="2000" dirty="0"/>
              <a:t>- </a:t>
            </a:r>
            <a:r>
              <a:rPr lang="hu-HU" sz="2000" dirty="0" err="1"/>
              <a:t>css</a:t>
            </a:r>
            <a:br>
              <a:rPr lang="hu-HU" sz="2000" dirty="0"/>
            </a:br>
            <a:br>
              <a:rPr lang="hu-HU" sz="2000" dirty="0"/>
            </a:br>
            <a:r>
              <a:rPr lang="hu-HU" sz="2400" b="1" i="1" dirty="0"/>
              <a:t>Adatbázis</a:t>
            </a:r>
            <a:br>
              <a:rPr lang="hu-HU" sz="2000" dirty="0"/>
            </a:br>
            <a:r>
              <a:rPr lang="hu-HU" sz="2000" dirty="0"/>
              <a:t>- </a:t>
            </a:r>
            <a:r>
              <a:rPr lang="hu-HU" sz="2000" dirty="0" err="1"/>
              <a:t>MariaDB</a:t>
            </a: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2171296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898DB74-8BDE-49FB-8E52-CB3877EE5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6000" b="1" i="1" dirty="0">
                <a:latin typeface="Book Antiqua" panose="02040602050305030304" pitchFamily="18" charset="0"/>
              </a:rPr>
              <a:t>Backend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F8F5B5A-34D3-4697-9462-892615883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7414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12912D-E5DD-45CC-8D46-A0435FF1C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6000" b="1" i="1" dirty="0">
                <a:latin typeface="Book Antiqua" panose="02040602050305030304" pitchFamily="18" charset="0"/>
              </a:rPr>
              <a:t>Backend-</a:t>
            </a:r>
            <a:r>
              <a:rPr lang="hu-HU" sz="6000" b="1" i="1" dirty="0" err="1">
                <a:latin typeface="Book Antiqua" panose="02040602050305030304" pitchFamily="18" charset="0"/>
              </a:rPr>
              <a:t>Model</a:t>
            </a:r>
            <a:endParaRPr lang="hu-HU" sz="6000" b="1" i="1" dirty="0">
              <a:latin typeface="Book Antiqua" panose="0204060205030503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837C943-5D65-48E1-A64D-222D0C1AE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07840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7EE1A8-8695-43B5-98D2-BCC2C9B17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u-HU" sz="6000" b="1" i="1" dirty="0">
                <a:latin typeface="Book Antiqua" panose="02040602050305030304" pitchFamily="18" charset="0"/>
              </a:rPr>
              <a:t>Backend-</a:t>
            </a:r>
            <a:r>
              <a:rPr lang="hu-HU" sz="6000" b="1" i="1" dirty="0" err="1">
                <a:latin typeface="Book Antiqua" panose="02040602050305030304" pitchFamily="18" charset="0"/>
              </a:rPr>
              <a:t>Controllers</a:t>
            </a:r>
            <a:endParaRPr lang="hu-HU" sz="6000" b="1" i="1" dirty="0">
              <a:latin typeface="Book Antiqua" panose="0204060205030503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32D9A9-D4F4-4089-91BA-14CE0C591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8345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C393BDE-0890-4FCA-9465-C665CD955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6000" b="1" i="1" dirty="0">
                <a:latin typeface="Book Antiqua" panose="02040602050305030304" pitchFamily="18" charset="0"/>
              </a:rPr>
              <a:t>Frontend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C72F3F2-D513-49E8-A73F-7137EFEAD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86323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CEA120-018D-45E6-9926-C4AF8C39E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6000" b="1" i="1" dirty="0">
                <a:latin typeface="Book Antiqua" panose="02040602050305030304" pitchFamily="18" charset="0"/>
              </a:rPr>
              <a:t>Reszponzív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9D5D354-23F6-450E-A4B1-F01847AEB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2559"/>
            <a:ext cx="10515600" cy="4351338"/>
          </a:xfrm>
        </p:spPr>
        <p:txBody>
          <a:bodyPr/>
          <a:lstStyle/>
          <a:p>
            <a:r>
              <a:rPr lang="hu-HU" dirty="0"/>
              <a:t>A projekt reszponzívan készült, szóval alkalmas </a:t>
            </a:r>
            <a:r>
              <a:rPr lang="hu-HU" dirty="0" err="1"/>
              <a:t>telfonos</a:t>
            </a:r>
            <a:r>
              <a:rPr lang="hu-HU" dirty="0"/>
              <a:t> használatra is</a:t>
            </a:r>
          </a:p>
        </p:txBody>
      </p:sp>
    </p:spTree>
    <p:extLst>
      <p:ext uri="{BB962C8B-B14F-4D97-AF65-F5344CB8AC3E}">
        <p14:creationId xmlns:p14="http://schemas.microsoft.com/office/powerpoint/2010/main" val="1003370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E6C8EC-71A9-4659-AFAA-9B0BC78F6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6000" b="1" i="1" dirty="0"/>
              <a:t>Adatbázis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D57B1D8-B92B-44E7-96CB-FE1EBE9E8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 err="1"/>
              <a:t>MariaDB</a:t>
            </a:r>
            <a:r>
              <a:rPr lang="hu-HU" sz="2400" dirty="0"/>
              <a:t>-ben </a:t>
            </a:r>
            <a:r>
              <a:rPr lang="hu-HU" sz="2400" dirty="0" err="1"/>
              <a:t>irtuk</a:t>
            </a:r>
            <a:r>
              <a:rPr lang="hu-HU" sz="2400" dirty="0"/>
              <a:t> meg hozzá az adatbázis táblákat.</a:t>
            </a:r>
            <a:br>
              <a:rPr lang="hu-HU" sz="2400" dirty="0"/>
            </a:br>
            <a:r>
              <a:rPr lang="hu-HU" sz="2400" dirty="0"/>
              <a:t>xy tábla</a:t>
            </a:r>
          </a:p>
        </p:txBody>
      </p:sp>
    </p:spTree>
    <p:extLst>
      <p:ext uri="{BB962C8B-B14F-4D97-AF65-F5344CB8AC3E}">
        <p14:creationId xmlns:p14="http://schemas.microsoft.com/office/powerpoint/2010/main" val="85634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75F671-C696-4636-85A1-43DEDACBC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6000" b="1" i="1" dirty="0">
                <a:latin typeface="Book Antiqua" panose="02040602050305030304" pitchFamily="18" charset="0"/>
              </a:rPr>
              <a:t>Csapatmunka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E0D153-15DF-428B-9E24-E996AFC31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2400" dirty="0"/>
              <a:t>Csapatmunkához az alábbi eszközöket használtul:</a:t>
            </a:r>
            <a:br>
              <a:rPr lang="hu-HU" sz="2400" dirty="0"/>
            </a:br>
            <a:r>
              <a:rPr lang="hu-HU" sz="2400" dirty="0"/>
              <a:t>-</a:t>
            </a:r>
            <a:r>
              <a:rPr lang="hu-HU" sz="2400" dirty="0" err="1"/>
              <a:t>Github</a:t>
            </a:r>
            <a:br>
              <a:rPr lang="hu-HU" dirty="0"/>
            </a:b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12235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BAEA81-2C97-41F6-8DBF-3264A9CF9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u-HU" sz="6000" b="1" i="1" dirty="0">
                <a:latin typeface="Book Antiqua" panose="02040602050305030304" pitchFamily="18" charset="0"/>
              </a:rPr>
              <a:t>Munkamegosztás-Backend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3CA3B59-06B3-4F0B-A786-8A27D9277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dirty="0"/>
              <a:t>Joó Zoltán:</a:t>
            </a:r>
            <a:br>
              <a:rPr lang="hu-HU" dirty="0"/>
            </a:br>
            <a:r>
              <a:rPr lang="hu-HU" dirty="0"/>
              <a:t>-</a:t>
            </a:r>
            <a:br>
              <a:rPr lang="hu-HU" dirty="0"/>
            </a:br>
            <a:r>
              <a:rPr lang="hu-HU" dirty="0"/>
              <a:t>-</a:t>
            </a:r>
            <a:br>
              <a:rPr lang="hu-HU" dirty="0"/>
            </a:br>
            <a:r>
              <a:rPr lang="hu-HU" dirty="0"/>
              <a:t>Deák Bence</a:t>
            </a:r>
            <a:br>
              <a:rPr lang="hu-HU" dirty="0"/>
            </a:br>
            <a:r>
              <a:rPr lang="hu-HU" dirty="0"/>
              <a:t>-</a:t>
            </a:r>
          </a:p>
          <a:p>
            <a:pPr marL="0" indent="0">
              <a:buNone/>
            </a:pPr>
            <a:r>
              <a:rPr lang="hu-HU" dirty="0"/>
              <a:t>-</a:t>
            </a:r>
          </a:p>
          <a:p>
            <a:pPr marL="0" indent="0">
              <a:buNone/>
            </a:pPr>
            <a:r>
              <a:rPr lang="hu-HU" dirty="0"/>
              <a:t>Hegedüs Milán</a:t>
            </a:r>
            <a:br>
              <a:rPr lang="hu-HU" dirty="0"/>
            </a:br>
            <a:r>
              <a:rPr lang="hu-HU" dirty="0"/>
              <a:t>-</a:t>
            </a:r>
          </a:p>
          <a:p>
            <a:pPr marL="0" indent="0">
              <a:buNone/>
            </a:pPr>
            <a:r>
              <a:rPr lang="hu-HU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2211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572936-638F-4FF8-BDA2-59BF48EFA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u-HU" sz="6000" b="1" i="1" dirty="0">
                <a:latin typeface="Book Antiqua" panose="02040602050305030304" pitchFamily="18" charset="0"/>
              </a:rPr>
              <a:t>Munkamegosztás-Frontend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591204-389E-43D7-B274-5672CE207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dirty="0"/>
              <a:t>Joó Zoltán:</a:t>
            </a:r>
            <a:br>
              <a:rPr lang="hu-HU" dirty="0"/>
            </a:br>
            <a:r>
              <a:rPr lang="hu-HU" dirty="0"/>
              <a:t>-</a:t>
            </a:r>
            <a:br>
              <a:rPr lang="hu-HU" dirty="0"/>
            </a:br>
            <a:r>
              <a:rPr lang="hu-HU" dirty="0"/>
              <a:t>-</a:t>
            </a:r>
            <a:br>
              <a:rPr lang="hu-HU" dirty="0"/>
            </a:br>
            <a:r>
              <a:rPr lang="hu-HU" dirty="0"/>
              <a:t>Deák Bence</a:t>
            </a:r>
            <a:br>
              <a:rPr lang="hu-HU" dirty="0"/>
            </a:br>
            <a:r>
              <a:rPr lang="hu-HU" dirty="0"/>
              <a:t>-</a:t>
            </a:r>
          </a:p>
          <a:p>
            <a:pPr marL="0" indent="0">
              <a:buNone/>
            </a:pPr>
            <a:r>
              <a:rPr lang="hu-HU" dirty="0"/>
              <a:t>-</a:t>
            </a:r>
          </a:p>
          <a:p>
            <a:pPr marL="0" indent="0">
              <a:buNone/>
            </a:pPr>
            <a:r>
              <a:rPr lang="hu-HU" dirty="0"/>
              <a:t>Hegedüs Milán</a:t>
            </a:r>
            <a:br>
              <a:rPr lang="hu-HU" dirty="0"/>
            </a:br>
            <a:r>
              <a:rPr lang="hu-HU" dirty="0"/>
              <a:t>-</a:t>
            </a:r>
          </a:p>
          <a:p>
            <a:pPr marL="0" indent="0">
              <a:buNone/>
            </a:pPr>
            <a:r>
              <a:rPr lang="hu-HU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820680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8F92F1-62B3-4F89-A945-537B1448F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u-HU" sz="6000" b="1" i="1" dirty="0">
                <a:latin typeface="Book Antiqua" panose="02040602050305030304" pitchFamily="18" charset="0"/>
              </a:rPr>
              <a:t>Munkamegosztás-Adatbázis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D79AFB0-29FD-41A3-84FF-2C0D20D0C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dirty="0"/>
              <a:t>Joó Zoltán:</a:t>
            </a:r>
            <a:br>
              <a:rPr lang="hu-HU" dirty="0"/>
            </a:br>
            <a:r>
              <a:rPr lang="hu-HU" dirty="0"/>
              <a:t>-</a:t>
            </a:r>
            <a:br>
              <a:rPr lang="hu-HU" dirty="0"/>
            </a:br>
            <a:r>
              <a:rPr lang="hu-HU" dirty="0"/>
              <a:t>-</a:t>
            </a:r>
            <a:br>
              <a:rPr lang="hu-HU" dirty="0"/>
            </a:br>
            <a:r>
              <a:rPr lang="hu-HU" dirty="0"/>
              <a:t>Deák Bence</a:t>
            </a:r>
            <a:br>
              <a:rPr lang="hu-HU" dirty="0"/>
            </a:br>
            <a:r>
              <a:rPr lang="hu-HU" dirty="0"/>
              <a:t>-</a:t>
            </a:r>
          </a:p>
          <a:p>
            <a:pPr marL="0" indent="0">
              <a:buNone/>
            </a:pPr>
            <a:r>
              <a:rPr lang="hu-HU" dirty="0"/>
              <a:t>-</a:t>
            </a:r>
          </a:p>
          <a:p>
            <a:pPr marL="0" indent="0">
              <a:buNone/>
            </a:pPr>
            <a:r>
              <a:rPr lang="hu-HU" dirty="0"/>
              <a:t>Hegedüs Milán</a:t>
            </a:r>
            <a:br>
              <a:rPr lang="hu-HU" dirty="0"/>
            </a:br>
            <a:r>
              <a:rPr lang="hu-HU" dirty="0"/>
              <a:t>-</a:t>
            </a:r>
          </a:p>
          <a:p>
            <a:pPr marL="0" indent="0">
              <a:buNone/>
            </a:pPr>
            <a:r>
              <a:rPr lang="hu-HU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319233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C3417F-7AFF-4F94-9B22-2D5FDFA44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6000" b="1" i="1" dirty="0">
                <a:latin typeface="Book Antiqua" panose="02040602050305030304" pitchFamily="18" charset="0"/>
              </a:rPr>
              <a:t>Publikálás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F4431D8-E4E9-4B85-B186-2A61D7B01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67109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zita">
  <a:themeElements>
    <a:clrScheme name="Szit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Szit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zit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TM03457485[[fn=Szita]]</Template>
  <TotalTime>78</TotalTime>
  <Words>395</Words>
  <Application>Microsoft Office PowerPoint</Application>
  <PresentationFormat>Szélesvásznú</PresentationFormat>
  <Paragraphs>45</Paragraphs>
  <Slides>17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1" baseType="lpstr">
      <vt:lpstr>Arial</vt:lpstr>
      <vt:lpstr>Book Antiqua</vt:lpstr>
      <vt:lpstr>Century Gothic</vt:lpstr>
      <vt:lpstr>Szita</vt:lpstr>
      <vt:lpstr>Vexora Detailing Vizsgaremek</vt:lpstr>
      <vt:lpstr>Bevezetés</vt:lpstr>
      <vt:lpstr>Mit is kínálunk valójában?</vt:lpstr>
      <vt:lpstr>Miért is ezt a témát választottuk?</vt:lpstr>
      <vt:lpstr>Projekt Funkciói </vt:lpstr>
      <vt:lpstr>A program</vt:lpstr>
      <vt:lpstr>Backend</vt:lpstr>
      <vt:lpstr>Backend-Model</vt:lpstr>
      <vt:lpstr>Backend-Controllers</vt:lpstr>
      <vt:lpstr>Frontend</vt:lpstr>
      <vt:lpstr>Reszponzív</vt:lpstr>
      <vt:lpstr>Adatbázis</vt:lpstr>
      <vt:lpstr>Csapatmunka</vt:lpstr>
      <vt:lpstr>Munkamegosztás-Backend</vt:lpstr>
      <vt:lpstr>Munkamegosztás-Frontend</vt:lpstr>
      <vt:lpstr>Munkamegosztás-Adatbázis</vt:lpstr>
      <vt:lpstr>Publikálás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Autó Kozmetika Vizsgaremek</dc:title>
  <dc:creator>Hegedüs Milán</dc:creator>
  <cp:lastModifiedBy>Hegedüs Milán</cp:lastModifiedBy>
  <cp:revision>10</cp:revision>
  <dcterms:created xsi:type="dcterms:W3CDTF">2026-10-01T09:54:11Z</dcterms:created>
  <dcterms:modified xsi:type="dcterms:W3CDTF">2026-10-01T11:13:23Z</dcterms:modified>
</cp:coreProperties>
</file>